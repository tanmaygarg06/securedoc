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11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223357"/>
          </a:solidFill>
          <a:ln/>
        </p:spPr>
      </p:sp>
      <p:sp>
        <p:nvSpPr>
          <p:cNvPr id="4" name="Shape 2"/>
          <p:cNvSpPr/>
          <p:nvPr/>
        </p:nvSpPr>
        <p:spPr>
          <a:xfrm>
            <a:off x="9464040" y="2468880"/>
            <a:ext cx="1828800" cy="182880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icons/cloud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9528" y="2944368"/>
            <a:ext cx="877824" cy="877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448056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icons/lock_0F1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5926" y="4753966"/>
            <a:ext cx="504749" cy="5047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</a:t>
            </a:r>
            <a:r>
              <a:rPr lang="en-US" sz="16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+  IAM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94360" y="18745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Cloud Document</a:t>
            </a:r>
            <a:endParaRPr lang="en-US" sz="4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300" dirty="0"/>
          </a:p>
        </p:txBody>
      </p:sp>
      <p:sp>
        <p:nvSpPr>
          <p:cNvPr id="10" name="Text 6"/>
          <p:cNvSpPr/>
          <p:nvPr/>
        </p:nvSpPr>
        <p:spPr>
          <a:xfrm>
            <a:off x="621792" y="3886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file storage platform secured entirely through AWS Identity &amp; Access Management — no extra services, no wasted permissions.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5138928"/>
            <a:ext cx="100584" cy="10058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8"/>
          <p:cNvSpPr/>
          <p:nvPr/>
        </p:nvSpPr>
        <p:spPr>
          <a:xfrm>
            <a:off x="621792" y="5257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Tanmay Garg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through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5" name="Image 0" descr="icons/warning_FF9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72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Problem Statement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07008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generic cloud storage falls short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13432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9" name="Image 1" descr="icons/check_FF99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444191"/>
            <a:ext cx="241402" cy="2414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Our Solution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07008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resolves it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26664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13" name="Image 2" descr="icons/sitemap_FF99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157423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9992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System Architecture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07008" y="3319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backend, and S3 working together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739896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17" name="Image 3" descr="icons/code_FF99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3870655"/>
            <a:ext cx="241402" cy="24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07008" y="371246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Technologies Used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07008" y="40325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the platform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63640" y="1600200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21" name="Image 4" descr="icons/folder_FF99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399" y="1730959"/>
            <a:ext cx="241402" cy="2414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22008" y="15727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Key Features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922008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and admins can actually do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263640" y="2313432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25" name="Image 5" descr="icons/shield_FF990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4399" y="2444191"/>
            <a:ext cx="241402" cy="2414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22008" y="2286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Security &amp; Protection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922008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JWT, bcrypt, presigned URLs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263640" y="3026664"/>
            <a:ext cx="502920" cy="502920"/>
          </a:xfrm>
          <a:prstGeom prst="ellipse">
            <a:avLst/>
          </a:prstGeom>
          <a:solidFill>
            <a:srgbClr val="223357"/>
          </a:solidFill>
          <a:ln/>
        </p:spPr>
      </p:sp>
      <p:pic>
        <p:nvPicPr>
          <p:cNvPr id="29" name="Image 6" descr="icons/rocket_FF990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4399" y="3157423"/>
            <a:ext cx="241402" cy="24140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22008" y="29992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 Future Scope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6922008" y="33192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goes next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How It Resolves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everyday cloud file storage — and the fix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548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warning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19833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267919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5146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need a private place to store and share files, but standing up 'secure' cloud storage often means juggling several AWS services and broad, over-permissioned credentials.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73075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5661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frequently left in publicly-readable buckets, or access keys carry far more permission than the app actually needs.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782312"/>
            <a:ext cx="82296" cy="822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6177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separation between what a normal user can see and what an admin can see across everyone's files.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17920" y="1508760"/>
            <a:ext cx="53949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101600" dist="38100" dir="5400000" algn="bl" rotWithShape="0">
              <a:srgbClr val="5B6B82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1E7B4D"/>
          </a:solidFill>
          <a:ln/>
        </p:spPr>
      </p:sp>
      <p:pic>
        <p:nvPicPr>
          <p:cNvPr id="16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1983334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583680" y="2679192"/>
            <a:ext cx="82296" cy="82296"/>
          </a:xfrm>
          <a:prstGeom prst="ellipse">
            <a:avLst/>
          </a:prstGeom>
          <a:solidFill>
            <a:srgbClr val="1E7B4D"/>
          </a:solidFill>
          <a:ln/>
        </p:spPr>
      </p:sp>
      <p:sp>
        <p:nvSpPr>
          <p:cNvPr id="19" name="Text 15"/>
          <p:cNvSpPr/>
          <p:nvPr/>
        </p:nvSpPr>
        <p:spPr>
          <a:xfrm>
            <a:off x="6812280" y="25146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S3 bucket holds everything — files, folders, even user accounts as JSON — so there's a single, auditable surface instead of several services.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583680" y="3730752"/>
            <a:ext cx="82296" cy="82296"/>
          </a:xfrm>
          <a:prstGeom prst="ellipse">
            <a:avLst/>
          </a:prstGeom>
          <a:solidFill>
            <a:srgbClr val="1E7B4D"/>
          </a:solidFill>
          <a:ln/>
        </p:spPr>
      </p:sp>
      <p:sp>
        <p:nvSpPr>
          <p:cNvPr id="21" name="Text 17"/>
          <p:cNvSpPr/>
          <p:nvPr/>
        </p:nvSpPr>
        <p:spPr>
          <a:xfrm>
            <a:off x="6812280" y="35661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governed entirely by one least-privilege IAM policy scoped to that bucket; the bucket itself stays fully private, files reach users only via 5-minute presigned URLs.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83680" y="4782312"/>
            <a:ext cx="82296" cy="82296"/>
          </a:xfrm>
          <a:prstGeom prst="ellipse">
            <a:avLst/>
          </a:prstGeom>
          <a:solidFill>
            <a:srgbClr val="1E7B4D"/>
          </a:solidFill>
          <a:ln/>
        </p:spPr>
      </p:sp>
      <p:sp>
        <p:nvSpPr>
          <p:cNvPr id="23" name="Text 19"/>
          <p:cNvSpPr/>
          <p:nvPr/>
        </p:nvSpPr>
        <p:spPr>
          <a:xfrm>
            <a:off x="6812280" y="46177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34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 cleanly separates user and admin roles, and every request is checked against the caller's own S3 key prefix before it runs.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travels from the browser to S3 and back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30632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mobile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395" y="32534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15000" y="30632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icons/server_0F1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195" y="32534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presigned URLs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778240" y="283464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29800" y="3063240"/>
            <a:ext cx="731520" cy="7315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icons/cloud_0F1B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995" y="325343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782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folders, users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383280" y="370332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3383280" y="3319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+ JWT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498080" y="3703320"/>
            <a:ext cx="12801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7498080" y="33192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credentials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5074920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223357"/>
          </a:solidFill>
          <a:ln/>
        </p:spPr>
      </p:sp>
      <p:sp>
        <p:nvSpPr>
          <p:cNvPr id="24" name="Shape 19"/>
          <p:cNvSpPr/>
          <p:nvPr/>
        </p:nvSpPr>
        <p:spPr>
          <a:xfrm>
            <a:off x="4846320" y="523036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5" name="Image 3" descr="icons/key_0F1B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66" y="5373014"/>
            <a:ext cx="263347" cy="26334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32120" y="52120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S3 call is governed by one least-privilege IAM policy scoped to a single bucket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48640" y="605332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— user records live in S3 too, as JSON objects under _system/users/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powering the platform,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4188" y="185623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icons/mobile_1B2A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873" y="2036917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79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/ CSS / JS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47388" y="185623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1" name="Image 1" descr="icons/server_1B2A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073" y="2036917"/>
            <a:ext cx="333573" cy="3335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679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90588" y="185623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6" name="Image 2" descr="icons/cloud_1B2A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1273" y="2036917"/>
            <a:ext cx="333573" cy="3335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679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SDK v3 (S3)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2648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client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778240" y="1600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33788" y="185623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3" descr="icons/key_1B2A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473" y="2036917"/>
            <a:ext cx="333573" cy="3335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0" y="26791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69680" y="31363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Access-control layer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04188" y="405079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6" name="Image 4" descr="icons/lock_1B2A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4873" y="4231477"/>
            <a:ext cx="333573" cy="3335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73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330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authentication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918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47388" y="405079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1" name="Image 5" descr="icons/docker_1B2A4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8073" y="4231477"/>
            <a:ext cx="333573" cy="33357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83280" y="4873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383280" y="5330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0350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90588" y="405079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6" name="Image 6" descr="icons/git_1B2A4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1273" y="4231477"/>
            <a:ext cx="333573" cy="33357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26480" y="4873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126480" y="5330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8778240" y="379476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733788" y="4050792"/>
            <a:ext cx="694944" cy="69494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1" name="Image 7" descr="icons/database_1B2A4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4473" y="4231477"/>
            <a:ext cx="333573" cy="333573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869680" y="48737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(JSON objects)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8869680" y="5330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database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and admins can actually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upload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6" y="20107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files &amp; folders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9718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Direct-to-S3 uploads under each user's own prefix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85623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icons/folder_0F1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966" y="201076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 &amp; navigate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 navigation through nested folders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85623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icons/eye_0F1B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726" y="201076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6032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&amp; download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94192" y="29718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URLs, 5-minute expiry, generated per request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27939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icons/trash_0F1B2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6" y="44339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83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recursively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39496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 folder deletes everything inside it in S3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9432" y="427939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4" descr="icons/users_0F1B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966" y="443392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83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539496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every registered user, pulled from S3 JSON records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1B2A4A"/>
          </a:solidFill>
          <a:ln/>
        </p:spPr>
      </p:sp>
      <p:sp>
        <p:nvSpPr>
          <p:cNvPr id="30" name="Shape 23"/>
          <p:cNvSpPr/>
          <p:nvPr/>
        </p:nvSpPr>
        <p:spPr>
          <a:xfrm>
            <a:off x="8394192" y="4279392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1" name="Image 5" descr="icons/usershield_0F1B2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8726" y="443392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983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94192" y="539496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email decides user vs. admin automatically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Is Protected — Security in Layers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layers, each narrowing what an attacker could reach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63500" dist="25400" dir="5400000" algn="bl" rotWithShape="0">
              <a:srgbClr val="5B6B8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19072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6" name="Image 0" descr="icons/usershield_B87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617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733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34840" y="167335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 with bcrypt; JWT issued on sign-in, verified on every request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3288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63500" dist="25400" dir="5400000" algn="bl" rotWithShape="0">
              <a:srgbClr val="5B6B8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51760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11" name="Image 1" descr="icons/key_B87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27944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06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Least-privilege IAM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34840" y="26060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backend's IAM user can only GetObject / PutObject / DeleteObject / ListBucket on one bucket — nothing else in the AWS account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655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63500" dist="25400" dir="5400000" algn="bl" rotWithShape="0">
              <a:srgbClr val="5B6B8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84448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16" name="Image 2" descr="icons/shield_B872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372709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387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bucket, no public access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34840" y="3538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'Block all public access' stays on; the bucket is never opened up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9826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63500" dist="25400" dir="5400000" algn="bl" rotWithShape="0">
              <a:srgbClr val="5B6B82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517136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21" name="Image 3" descr="icons/clock_B872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886" y="4659782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7141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Presigned URLs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34840" y="44714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only ever reachable via short-lived (5-minute) signed links generated after an ownership check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3309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63500" dist="25400" dir="5400000" algn="bl" rotWithShape="0">
              <a:srgbClr val="5B6B82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449824"/>
            <a:ext cx="548640" cy="54864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26" name="Image 4" descr="icons/layers_B8720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559247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4041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isolation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34840" y="540410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25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lives under users/&lt;userId&gt;/ and the backend rejects any key outside the caller's own prefix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IAM Policy, Up Close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backend credentials leaked, the blast radius is one bucket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583680" cy="4709160"/>
          </a:xfrm>
          <a:prstGeom prst="roundRect">
            <a:avLst>
              <a:gd name="adj" fmla="val 1553"/>
            </a:avLst>
          </a:prstGeom>
          <a:solidFill>
            <a:srgbClr val="0A1420"/>
          </a:solidFill>
          <a:ln w="12700">
            <a:solidFill>
              <a:srgbClr val="2233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60350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"2012-10-17",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"Statement": [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"Sid": "ListBucketOnly",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 "Allow",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 ["s3:ListBucket"],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"Resource": "arn:aws:s3:::YOUR_BUCKET"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"Sid": "ObjectReadWriteDelete",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"Effect": "Allow",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"Action": [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"s3:GetObject",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"s3:PutObject",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"s3:DeleteObject"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],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"Resource": "arn:aws:s3:::YOUR_BUCKET/*"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1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icons/check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99" y="18223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 one bucket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0" y="202082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statements name only this bucket's ARN — read, write, delete, list, nothing more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406640" y="31089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icons/warning_0F1B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399" y="32397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3081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console access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046720" y="343814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IAM user has programmatic access keys only — never a password or console login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406640" y="452628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5" name="Image 2" descr="icons/shield_0F1B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399" y="46570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4672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wildcard resources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046720" y="4855464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Resource is explicit; there's no "*" that could reach other buckets or services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can go from here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6" name="Image 0" descr="icons/usershield_B872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6" y="20107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603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 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TOTP-based MFA on top of the existing JWT flow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5623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11" name="Image 1" descr="icons/shield_B872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966" y="201076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encryption (KMS)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9432" y="3017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every object at rest with a customer-managed KMS key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16" name="Image 2" descr="icons/clock_B8720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726" y="201076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6032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versioning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301752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versioning so deleted or overwritten files stay recoverable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7939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21" name="Image 3" descr="icons/bolt_B872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206" y="443392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834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scanning on upload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544068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objects on PutObject before they become downloadable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27939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26" name="Image 4" descr="icons/network_B8720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966" y="443392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834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 distribution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9432" y="544068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files through a CDN edge layer instead of direct S3 URLs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  <a:effectLst>
            <a:outerShdw blurRad="76200" dist="25400" dir="5400000" algn="bl" rotWithShape="0">
              <a:srgbClr val="5B6B82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279392"/>
            <a:ext cx="594360" cy="594360"/>
          </a:xfrm>
          <a:prstGeom prst="ellipse">
            <a:avLst/>
          </a:prstGeom>
          <a:solidFill>
            <a:srgbClr val="FFF1DA"/>
          </a:solidFill>
          <a:ln/>
        </p:spPr>
      </p:sp>
      <p:pic>
        <p:nvPicPr>
          <p:cNvPr id="31" name="Image 5" descr="icons/chart_B8720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8726" y="443392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983480"/>
            <a:ext cx="3099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analytics for admins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94192" y="5440680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Storage-per-user, upload trends, and activity logs on the admin dashboard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" y="2606040"/>
            <a:ext cx="1554480" cy="15544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4" name="Image 0" descr="icons/cloud_0F1B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725" y="3010205"/>
            <a:ext cx="74615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0624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2519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51960" y="4114800"/>
            <a:ext cx="100584" cy="10058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4233672" y="42245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Tanmay Garg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233672" y="4754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Document Management System — AWS S3 + IAM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965</Words>
  <Application>Microsoft Office PowerPoint</Application>
  <PresentationFormat>Widescreen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TANMAY GARG</cp:lastModifiedBy>
  <cp:revision>2</cp:revision>
  <dcterms:created xsi:type="dcterms:W3CDTF">2026-07-12T07:37:06Z</dcterms:created>
  <dcterms:modified xsi:type="dcterms:W3CDTF">2026-07-13T11:52:42Z</dcterms:modified>
</cp:coreProperties>
</file>